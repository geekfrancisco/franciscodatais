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Panorama Executivo 2025: Análise de Demandas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0" y="288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  <a:latin typeface="Arial"/>
              </a:defRPr>
            </a:pPr>
            <a:r>
              <a:t>Consolidado 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260000"/>
            <a:ext cx="3240000" cy="2160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46464"/>
                </a:solidFill>
              </a:defRPr>
            </a:pPr>
            <a:r>
              <a:t>VOLUME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28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>
                <a:solidFill>
                  <a:srgbClr val="003366"/>
                </a:solidFill>
              </a:defRPr>
            </a:pPr>
            <a:r>
              <a:t>1153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700000"/>
            <a:ext cx="2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Chamados Únicos</a:t>
            </a:r>
            <a:br/>
            <a:r>
              <a:t>(Deduplicados)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0" y="1260000"/>
            <a:ext cx="3600000" cy="2160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0000" y="1440000"/>
            <a:ext cx="32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46464"/>
                </a:solidFill>
              </a:defRPr>
            </a:pPr>
            <a:r>
              <a:t>POR DEPARTAMENTO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00" y="2232000"/>
            <a:ext cx="3240000" cy="108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00" y="2232000"/>
            <a:ext cx="2485080" cy="10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0000" y="1980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ITI: 884 (76.7%)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0000" y="2951999"/>
            <a:ext cx="3240000" cy="108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0000" y="2951999"/>
            <a:ext cx="754920" cy="10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0000" y="2700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SPN: 269 (23.3%)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0" y="1260000"/>
            <a:ext cx="3888000" cy="2160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1440000"/>
            <a:ext cx="32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46464"/>
                </a:solidFill>
              </a:defRPr>
            </a:pPr>
            <a:r>
              <a:t>TOP 3 MESES (PICOS)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0000" y="1980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</a:defRPr>
            </a:pPr>
            <a:r>
              <a:t>• Setembro: 176 chamados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0000" y="2412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Novembro: 165 chamados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0000" y="2844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Agosto: 129 chamados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780000"/>
            <a:ext cx="11448000" cy="1080000"/>
          </a:xfrm>
          <a:prstGeom prst="rect">
            <a:avLst/>
          </a:prstGeom>
          <a:solidFill>
            <a:srgbClr val="E6F0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3888000"/>
            <a:ext cx="10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3366"/>
                </a:solidFill>
              </a:defRPr>
            </a:pPr>
            <a:r>
              <a:t>INSIGHT ESTRATÉGICO:</a:t>
            </a:r>
          </a:p>
          <a:p>
            <a:pPr>
              <a:spcBef>
                <a:spcPts val="600"/>
              </a:spcBef>
              <a:defRPr sz="1400"/>
            </a:pPr>
            <a:r>
              <a:t>A demanda apresentou forte concentração no 2º Semestre (Setembro/Novembro), indicando necessidade de planejamento preventivo para este período em 2026. O setor de Infraestrutura (ITI) absorve 3/4 de toda a carga de trabalho.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Fonte: Base de Dados Backlog 2025 (Consolidado) | Francisco José Pereira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